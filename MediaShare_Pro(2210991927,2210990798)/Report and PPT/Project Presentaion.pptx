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MediaShare</a:t>
            </a: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Pro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Mitul Dwivedi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2210991927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Shyam Bihari Goyal</a:t>
            </a: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447560" y="32639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05280" y="1149070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400"/>
              </a:spcBef>
            </a:pPr>
            <a:r>
              <a:rPr lang="en-US" sz="2000" dirty="0"/>
              <a:t>MediaFlow Pro is developed to address the increasing need for efficient file sharing.</a:t>
            </a:r>
            <a:br>
              <a:rPr lang="en-US" sz="2000" dirty="0"/>
            </a:br>
            <a:r>
              <a:rPr lang="en-US" sz="2000" dirty="0"/>
              <a:t>In academic and professional environments, sharing files is a daily requirement.</a:t>
            </a:r>
            <a:br>
              <a:rPr lang="en-US" sz="2000" dirty="0"/>
            </a:br>
            <a:r>
              <a:rPr lang="en-US" sz="2000" dirty="0"/>
              <a:t>However, existing platforms are often slow, confusing, or overly complex.</a:t>
            </a:r>
            <a:br>
              <a:rPr lang="en-US" sz="2000" dirty="0"/>
            </a:br>
            <a:r>
              <a:rPr lang="en-US" sz="2000" dirty="0"/>
              <a:t>This system provides a clean and minimal interface for quick uploads and sharing.</a:t>
            </a:r>
            <a:br>
              <a:rPr lang="en-US" sz="2000" dirty="0"/>
            </a:br>
            <a:r>
              <a:rPr lang="en-US" sz="2000" dirty="0"/>
              <a:t>It ensures better performance, usability, and reliability.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9BD3C-102C-EA9E-FCEB-F9829570C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dirty="0"/>
              <a:t>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175773-8D27-0CF8-DF9B-E343BD3287EE}"/>
              </a:ext>
            </a:extLst>
          </p:cNvPr>
          <p:cNvSpPr txBox="1"/>
          <p:nvPr/>
        </p:nvSpPr>
        <p:spPr>
          <a:xfrm>
            <a:off x="334296" y="1661791"/>
            <a:ext cx="813127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Many existing file sharing platforms are inefficient and difficult to use.</a:t>
            </a:r>
            <a:br>
              <a:rPr lang="en-US" sz="2000" dirty="0"/>
            </a:br>
            <a:r>
              <a:rPr lang="en-US" sz="2000" dirty="0"/>
              <a:t>Users often face slow upload speeds and broken or unclear links.</a:t>
            </a:r>
            <a:br>
              <a:rPr lang="en-US" sz="2000" dirty="0"/>
            </a:br>
            <a:r>
              <a:rPr lang="en-US" sz="2000" dirty="0"/>
              <a:t>The interfaces are usually cluttered and not user-friendly.</a:t>
            </a:r>
            <a:br>
              <a:rPr lang="en-US" sz="2000" dirty="0"/>
            </a:br>
            <a:r>
              <a:rPr lang="en-US" sz="2000" dirty="0"/>
              <a:t>Important details like file size or upload status are sometimes missing.</a:t>
            </a:r>
            <a:br>
              <a:rPr lang="en-US" sz="2000" dirty="0"/>
            </a:br>
            <a:r>
              <a:rPr lang="en-US" sz="2000" dirty="0"/>
              <a:t>These issues lead to confusion, delays, and reduced productivity.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850498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C217C-AB29-4F8A-4C79-774607D43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309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3CFEEB-96D4-8409-EBC0-047B791A4588}"/>
              </a:ext>
            </a:extLst>
          </p:cNvPr>
          <p:cNvSpPr txBox="1"/>
          <p:nvPr/>
        </p:nvSpPr>
        <p:spPr>
          <a:xfrm>
            <a:off x="216309" y="1701340"/>
            <a:ext cx="82590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main objective of MediaFlow Pro is to simplify file sharing.</a:t>
            </a:r>
            <a:br>
              <a:rPr lang="en-US" sz="2000" dirty="0"/>
            </a:br>
            <a:r>
              <a:rPr lang="en-US" sz="2000" dirty="0"/>
              <a:t>The system aims to provide fast uploads and instant link generation.</a:t>
            </a:r>
            <a:br>
              <a:rPr lang="en-US" sz="2000" dirty="0"/>
            </a:br>
            <a:r>
              <a:rPr lang="en-US" sz="2000" dirty="0"/>
              <a:t>It focuses on creating a clean and intuitive user experience.</a:t>
            </a:r>
            <a:br>
              <a:rPr lang="en-US" sz="2000" dirty="0"/>
            </a:br>
            <a:r>
              <a:rPr lang="en-US" sz="2000" dirty="0"/>
              <a:t>Another goal is to ensure secure and reliable file storage.</a:t>
            </a:r>
            <a:br>
              <a:rPr lang="en-US" sz="2000" dirty="0"/>
            </a:br>
            <a:r>
              <a:rPr lang="en-US" sz="2000" dirty="0"/>
              <a:t>Overall, the system follows a simple workflow: upload, share, and done.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331135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A7C0B-F700-1D5B-39D6-7694BB8BE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A47DCC-7824-D35C-7F9B-58DC814D8C9F}"/>
              </a:ext>
            </a:extLst>
          </p:cNvPr>
          <p:cNvSpPr txBox="1"/>
          <p:nvPr/>
        </p:nvSpPr>
        <p:spPr>
          <a:xfrm>
            <a:off x="457200" y="1661651"/>
            <a:ext cx="82640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project follows a structured and iterative development approach.</a:t>
            </a:r>
            <a:br>
              <a:rPr lang="en-US" sz="2000" dirty="0"/>
            </a:br>
            <a:r>
              <a:rPr lang="en-US" sz="2000" dirty="0"/>
              <a:t>First, requirements were analyzed to identify problems in existing systems.</a:t>
            </a:r>
            <a:br>
              <a:rPr lang="en-US" sz="2000" dirty="0"/>
            </a:br>
            <a:r>
              <a:rPr lang="en-US" sz="2000" dirty="0"/>
              <a:t>Then, a minimal and efficient system design was created.</a:t>
            </a:r>
            <a:br>
              <a:rPr lang="en-US" sz="2000" dirty="0"/>
            </a:br>
            <a:r>
              <a:rPr lang="en-US" sz="2000" dirty="0"/>
              <a:t>Development was carried out in phases, including testing at each stage.</a:t>
            </a:r>
            <a:br>
              <a:rPr lang="en-US" sz="2000" dirty="0"/>
            </a:br>
            <a:r>
              <a:rPr lang="en-US" sz="2000" dirty="0"/>
              <a:t>Continuous improvements were made based on performance and feedback.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08544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DF60-EB4A-FF45-FEFA-D890DA8C8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296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and Technologies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F4E590-B02D-743A-6519-B1B5844FDB59}"/>
              </a:ext>
            </a:extLst>
          </p:cNvPr>
          <p:cNvSpPr txBox="1"/>
          <p:nvPr/>
        </p:nvSpPr>
        <p:spPr>
          <a:xfrm>
            <a:off x="334296" y="1809136"/>
            <a:ext cx="842624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MediaFlow Pro uses modern technologies for better performance and scalability.</a:t>
            </a:r>
            <a:br>
              <a:rPr lang="en-US" sz="2000" dirty="0"/>
            </a:br>
            <a:r>
              <a:rPr lang="en-US" sz="2000" dirty="0"/>
              <a:t>Next.js is used for both frontend and backend development.</a:t>
            </a:r>
            <a:br>
              <a:rPr lang="en-US" sz="2000" dirty="0"/>
            </a:br>
            <a:r>
              <a:rPr lang="en-US" sz="2000" dirty="0"/>
              <a:t>MongoDB stores user data and file-related information.</a:t>
            </a:r>
            <a:br>
              <a:rPr lang="en-US" sz="2000" dirty="0"/>
            </a:br>
            <a:r>
              <a:rPr lang="en-US" sz="2000" dirty="0" err="1"/>
              <a:t>ImageKit</a:t>
            </a:r>
            <a:r>
              <a:rPr lang="en-US" sz="2000" dirty="0"/>
              <a:t> is used for cloud storage and fast file delivery.</a:t>
            </a:r>
            <a:br>
              <a:rPr lang="en-US" sz="2000" dirty="0"/>
            </a:br>
            <a:r>
              <a:rPr lang="en-US" sz="2000" dirty="0"/>
              <a:t>Google OAuth2 ensures secure authentication, and Razorpay handles payments.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95029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53654-2719-545B-7377-C661FBE02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835EF1-79D4-703E-108A-ADC801F386D4}"/>
              </a:ext>
            </a:extLst>
          </p:cNvPr>
          <p:cNvSpPr txBox="1"/>
          <p:nvPr/>
        </p:nvSpPr>
        <p:spPr>
          <a:xfrm>
            <a:off x="457200" y="1666536"/>
            <a:ext cx="827876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system follows a simple and efficient workflow.</a:t>
            </a:r>
            <a:br>
              <a:rPr lang="en-US" sz="2000" dirty="0"/>
            </a:br>
            <a:r>
              <a:rPr lang="en-US" sz="2000" dirty="0"/>
              <a:t>The user logs in using Google authentication.</a:t>
            </a:r>
            <a:br>
              <a:rPr lang="en-US" sz="2000" dirty="0"/>
            </a:br>
            <a:r>
              <a:rPr lang="en-US" sz="2000" dirty="0"/>
              <a:t>After login, the user uploads a file through the interface.</a:t>
            </a:r>
            <a:br>
              <a:rPr lang="en-US" sz="2000" dirty="0"/>
            </a:br>
            <a:r>
              <a:rPr lang="en-US" sz="2000" dirty="0"/>
              <a:t>The file is stored in cloud storage, and a unique link is generated.</a:t>
            </a:r>
            <a:br>
              <a:rPr lang="en-US" sz="2000" dirty="0"/>
            </a:br>
            <a:r>
              <a:rPr lang="en-US" sz="2000" dirty="0"/>
              <a:t>This link can be shared easily across different platforms.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77335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8DABB-8EA1-6ED5-AB44-175E4C8A0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826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63DC3-8D63-A798-BBF0-C5478D19618A}"/>
              </a:ext>
            </a:extLst>
          </p:cNvPr>
          <p:cNvSpPr txBox="1"/>
          <p:nvPr/>
        </p:nvSpPr>
        <p:spPr>
          <a:xfrm>
            <a:off x="457200" y="1490008"/>
            <a:ext cx="834267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application is built using a client-server architecture.</a:t>
            </a:r>
            <a:br>
              <a:rPr lang="en-US" sz="2000" dirty="0"/>
            </a:br>
            <a:r>
              <a:rPr lang="en-US" sz="2000" dirty="0"/>
              <a:t>Next.js API routes handle backend operations like file processing.</a:t>
            </a:r>
            <a:br>
              <a:rPr lang="en-US" sz="2000" dirty="0"/>
            </a:br>
            <a:r>
              <a:rPr lang="en-US" sz="2000" dirty="0"/>
              <a:t>MongoDB manages user data and file metadata efficiently.</a:t>
            </a:r>
            <a:br>
              <a:rPr lang="en-US" sz="2000" dirty="0"/>
            </a:br>
            <a:r>
              <a:rPr lang="en-US" sz="2000" dirty="0"/>
              <a:t>Cloud storage integration ensures secure and fast file handling.</a:t>
            </a:r>
            <a:br>
              <a:rPr lang="en-US" sz="2000" dirty="0"/>
            </a:br>
            <a:r>
              <a:rPr lang="en-US" sz="2000" dirty="0"/>
              <a:t>Access control is implemented to differentiate free and premium users.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97121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A3055-076F-AD13-FE2F-4DC246D6A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954" y="9832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7FCCE7-8900-3E0A-1DD8-AE4D69227EF0}"/>
              </a:ext>
            </a:extLst>
          </p:cNvPr>
          <p:cNvSpPr txBox="1"/>
          <p:nvPr/>
        </p:nvSpPr>
        <p:spPr>
          <a:xfrm>
            <a:off x="412954" y="1490008"/>
            <a:ext cx="82394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MediaFlow Pro provides a simple and efficient file upload system.</a:t>
            </a:r>
            <a:br>
              <a:rPr lang="en-US" sz="2000" dirty="0"/>
            </a:br>
            <a:r>
              <a:rPr lang="en-US" sz="2000" dirty="0"/>
              <a:t>It generates instant shareable links for every uploaded file.</a:t>
            </a:r>
            <a:br>
              <a:rPr lang="en-US" sz="2000" dirty="0"/>
            </a:br>
            <a:r>
              <a:rPr lang="en-US" sz="2000" dirty="0"/>
              <a:t>The platform uses secure Google authentication for login.</a:t>
            </a:r>
            <a:br>
              <a:rPr lang="en-US" sz="2000" dirty="0"/>
            </a:br>
            <a:r>
              <a:rPr lang="en-US" sz="2000" dirty="0"/>
              <a:t>It offers cloud-based storage for reliability and performance.</a:t>
            </a:r>
            <a:br>
              <a:rPr lang="en-US" sz="2000" dirty="0"/>
            </a:br>
            <a:r>
              <a:rPr lang="en-US" sz="2000" dirty="0"/>
              <a:t>The interface is minimal, making it easy for users to navigate.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0293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24D4-547D-1129-F5FE-4A05FF8DF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 / Outcomes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795FA2-F1B3-9E5E-8327-2BA8F7394E55}"/>
              </a:ext>
            </a:extLst>
          </p:cNvPr>
          <p:cNvSpPr txBox="1"/>
          <p:nvPr/>
        </p:nvSpPr>
        <p:spPr>
          <a:xfrm>
            <a:off x="457200" y="1674674"/>
            <a:ext cx="839183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system significantly improves file upload speed and efficiency.</a:t>
            </a:r>
            <a:br>
              <a:rPr lang="en-US" sz="2000" dirty="0"/>
            </a:br>
            <a:r>
              <a:rPr lang="en-US" sz="2000" dirty="0"/>
              <a:t>Users can generate links instantly without delays.</a:t>
            </a:r>
            <a:br>
              <a:rPr lang="en-US" sz="2000" dirty="0"/>
            </a:br>
            <a:r>
              <a:rPr lang="en-US" sz="2000" dirty="0"/>
              <a:t>The clean UI enhances user experience and reduces confusion.</a:t>
            </a:r>
            <a:br>
              <a:rPr lang="en-US" sz="2000" dirty="0"/>
            </a:br>
            <a:r>
              <a:rPr lang="en-US" sz="2000" dirty="0"/>
              <a:t>Cloud storage ensures reliable access to files at all times.</a:t>
            </a:r>
            <a:br>
              <a:rPr lang="en-US" sz="2000" dirty="0"/>
            </a:br>
            <a:r>
              <a:rPr lang="en-US" sz="2000" dirty="0"/>
              <a:t>Overall, the system reduces complexity compared to traditional platforms.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504397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F44A-E2AF-5189-0465-220C90E7A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868A46-DF51-4890-F909-0D7E28617AB6}"/>
              </a:ext>
            </a:extLst>
          </p:cNvPr>
          <p:cNvSpPr txBox="1"/>
          <p:nvPr/>
        </p:nvSpPr>
        <p:spPr>
          <a:xfrm>
            <a:off x="422787" y="1553857"/>
            <a:ext cx="826401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MediaFlow Pro successfully provides a simple and effective file sharing solution.</a:t>
            </a:r>
            <a:br>
              <a:rPr lang="en-US" sz="2000" dirty="0"/>
            </a:br>
            <a:r>
              <a:rPr lang="en-US" sz="2000" dirty="0"/>
              <a:t>It focuses on speed, usability, and reliability.</a:t>
            </a:r>
            <a:br>
              <a:rPr lang="en-US" sz="2000" dirty="0"/>
            </a:br>
            <a:r>
              <a:rPr lang="en-US" sz="2000" dirty="0"/>
              <a:t>The platform removes unnecessary steps and improves efficiency.</a:t>
            </a:r>
            <a:br>
              <a:rPr lang="en-US" sz="2000" dirty="0"/>
            </a:br>
            <a:r>
              <a:rPr lang="en-US" sz="2000" dirty="0"/>
              <a:t>It demonstrates that simplicity can greatly enhance user experience.</a:t>
            </a:r>
            <a:br>
              <a:rPr lang="en-US" sz="2000" dirty="0"/>
            </a:br>
            <a:r>
              <a:rPr lang="en-US" sz="2000" dirty="0"/>
              <a:t>The system can be further improved and scaled in the future.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351258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0166E-4B07-95A9-79EB-B192448BE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9497"/>
            <a:ext cx="5486040" cy="914040"/>
          </a:xfrm>
        </p:spPr>
        <p:txBody>
          <a:bodyPr/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646B89-E8AA-22E5-0A64-4F73BABDBF20}"/>
              </a:ext>
            </a:extLst>
          </p:cNvPr>
          <p:cNvSpPr txBox="1"/>
          <p:nvPr/>
        </p:nvSpPr>
        <p:spPr>
          <a:xfrm>
            <a:off x="457199" y="1386348"/>
            <a:ext cx="811652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system can be enhanced with file preview functionality.</a:t>
            </a:r>
            <a:br>
              <a:rPr lang="en-US" sz="2000" dirty="0"/>
            </a:br>
            <a:r>
              <a:rPr lang="en-US" sz="2000" dirty="0"/>
              <a:t>Analytics can be added to track file downloads and usage.</a:t>
            </a:r>
            <a:br>
              <a:rPr lang="en-US" sz="2000" dirty="0"/>
            </a:br>
            <a:r>
              <a:rPr lang="en-US" sz="2000" dirty="0"/>
              <a:t>Security can be improved using encryption techniques.</a:t>
            </a:r>
            <a:br>
              <a:rPr lang="en-US" sz="2000" dirty="0"/>
            </a:br>
            <a:r>
              <a:rPr lang="en-US" sz="2000" dirty="0"/>
              <a:t>Support for larger file uploads can be implemented.</a:t>
            </a:r>
            <a:br>
              <a:rPr lang="en-US" sz="2000" dirty="0"/>
            </a:br>
            <a:r>
              <a:rPr lang="en-US" sz="2000" dirty="0"/>
              <a:t>The platform can also be expanded into a mobile application.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141336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34731</TotalTime>
  <Words>725</Words>
  <Application>Microsoft Office PowerPoint</Application>
  <PresentationFormat>On-screen Show (4:3)</PresentationFormat>
  <Paragraphs>50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Problem Statement</vt:lpstr>
      <vt:lpstr> Objective</vt:lpstr>
      <vt:lpstr>Methodology</vt:lpstr>
      <vt:lpstr> Tools and Technologies</vt:lpstr>
      <vt:lpstr> System Workflow</vt:lpstr>
      <vt:lpstr>Implementation</vt:lpstr>
      <vt:lpstr>Key Features</vt:lpstr>
      <vt:lpstr> Results / Outcomes</vt:lpstr>
      <vt:lpstr>Conclusion</vt:lpstr>
      <vt:lpstr> Future Scope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Mitul Dwivedi</cp:lastModifiedBy>
  <cp:revision>2308</cp:revision>
  <dcterms:created xsi:type="dcterms:W3CDTF">2010-04-09T07:36:15Z</dcterms:created>
  <dcterms:modified xsi:type="dcterms:W3CDTF">2026-04-29T16:18:11Z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